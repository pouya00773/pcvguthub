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Technologische Trends – Weichenantriebe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0080"/>
            <a:ext cx="113659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Digitalisierung und Predictive Maintenance definieren die nächste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07592"/>
            <a:ext cx="5577840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8" y="1307592"/>
            <a:ext cx="27432" cy="4754880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8776" y="1307592"/>
            <a:ext cx="5568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5E"/>
                </a:solidFill>
                <a:latin typeface="Calibri"/>
              </a:rPr>
              <a:t>Fünf Schlüsseltrends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673352"/>
            <a:ext cx="5568696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Condition Monitoring &amp; Predictive Maintenance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IoT-Sensoren + KI-Analyse → Wartungskosten –20–30 %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Digitale Stellwerksintegration (EULYNX)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EU-Norm ersetzt analoge Relaistechnik → offene Schnittstellen Pflicht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Elektrifizierung &amp; Energieeffizienz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Ablösung hydraulischer Antriebe; Rückspeisung beim Schaltvorgang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Cybersecurity  (NIS2 / IEC 62443)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Security-by-Design in Firmware und Feldbusse verpflichtend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Remote Diagnostics &amp; Cloud  (Railigent X)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Fernüberwachung → Vor-Ort-Einsätze signifikant reduziert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089904"/>
            <a:ext cx="11365992" cy="347472"/>
          </a:xfrm>
          <a:prstGeom prst="rect">
            <a:avLst/>
          </a:prstGeom>
          <a:solidFill>
            <a:srgbClr val="00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6126480"/>
            <a:ext cx="11146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Implikation für Siemens:  Differenzierung nicht über Hardware-Preis, sondern über digitale Plattform (Railigent X) und EULYNX-Systemkompetenz.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28816"/>
            <a:ext cx="11365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Quellen: Siemens Mobility GB 2024 | Europe's Rail JU Roadmap 2025 | BMDV Deutschlandtakt | Eigene Schätzung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Wettbewerbssituation – Weichenantriebe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0080"/>
            <a:ext cx="113659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Konsolidierter Markt, 3–4 globale Platzhirsche – Differenzierung über Digitalisierung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07592"/>
            <a:ext cx="5577840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8" y="1307592"/>
            <a:ext cx="27432" cy="4754880"/>
          </a:xfrm>
          <a:prstGeom prst="rect">
            <a:avLst/>
          </a:prstGeom>
          <a:solidFill>
            <a:srgbClr val="A8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8776" y="1307592"/>
            <a:ext cx="5568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5E"/>
                </a:solidFill>
                <a:latin typeface="Calibri"/>
              </a:rPr>
              <a:t>Key Competitors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673352"/>
            <a:ext cx="5568696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Siemens Mobility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EULYNX-Leader, Railigent X, globales Servicenetz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Alstom  (+Bombardier)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Breites Signaling-Portfolio, CBTC-Stärke in Metropolen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Hitachi Rail  (ehem. Ansaldo STS)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Systemintegration, solide Europa &amp; Asien Präsenz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Vossloh / Hanning &amp; Kahl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Nischenspezialisten – hohe Qualität, begrenztes Portfolio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0305E"/>
                </a:solidFill>
                <a:latin typeface="Calibri"/>
              </a:rPr>
              <a:t>▸  CRRC / CASCO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1A1A1A"/>
                </a:solidFill>
                <a:latin typeface="Calibri"/>
              </a:rPr>
              <a:t>    Preiswettbewerb, aggressiver Export nach Osteuropa &amp; Afrika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089904"/>
            <a:ext cx="11365992" cy="347472"/>
          </a:xfrm>
          <a:prstGeom prst="rect">
            <a:avLst/>
          </a:prstGeom>
          <a:solidFill>
            <a:srgbClr val="00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6126480"/>
            <a:ext cx="11146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Implikation für Siemens:  Premium-Positionierung + Software/Service-Anteil erhöhen – Wachstumshebel in Europa durch Deutschlandtakt &amp; TEN-T-Investitionen nutzen.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28816"/>
            <a:ext cx="11365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Quellen: Siemens Mobility GB 2024 | Alstom AR 2024 | Hitachi Rail AR 2024 | Mordor Intelligence Rail Signaling Market 2024 | Eigene Schätzung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